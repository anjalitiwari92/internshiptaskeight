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ook1_1745613626706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793C20B-2F30-45F0-B003-AA679AB7D3A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8D1271E-9110-43F6-B073-EAD36741356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5/2/2025 9:36:16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C4A302C6-EB63-4D50-8A81-04931CEF1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375" y="0"/>
            <a:ext cx="9207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2025-05-02T21:36:16Z</dcterms:created>
  <dcterms:modified xsi:type="dcterms:W3CDTF">2025-05-02T21:36:16Z</dcterms:modified>
</cp:coreProperties>
</file>